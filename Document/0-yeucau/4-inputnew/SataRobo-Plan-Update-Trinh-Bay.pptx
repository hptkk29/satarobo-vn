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554480"/>
            <a:ext cx="914400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SATAROBO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 HOẠCH NÂNG CẤP HỆ THỐNG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Từ MVP một-lớp-center  →  Nền tảng đa cơ sở chuẩn Hội sở (HO/CS1/CS2)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Dựa trên Blueprint chốt: Doc 15 v2 — Final Architecture Blueprint  ·  Quyết định Owner đã chốt 26 Open Items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Tháng 06/2026  ·  Trình bày: Team Công nghệ SataRobo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Nội dung trình bày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1148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SataRobo · Plan Update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2344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Hiện trạng hệ thống — chúng ta đang có gì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194767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194767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vấn đề cốt lõi của hệ thống hiện tại (kèm sơ đồ)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66090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60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660904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Yêu cầu mới: SR.QD.217 + Quản lý HV &amp; LMS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37413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741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374136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pháp: 6 trụ kiến trúc mới (kèm sơ đồ)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0873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87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408736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A0 → R5 + Chứng minh trước/sau + Cam kết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1 · HIỆN TRẠNG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đang chạy — không nhỏ chút nào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1148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SataRobo · Plan Update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356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site / 3 domain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18928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· Admin · Portal phụ huynh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4356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138 models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520440" y="18928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file schema Prisma duy nhất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4356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80+ trang admin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55080" y="18928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CRM · LMS · Kho · HR · Đơn hàng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072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role cố định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85800" y="32644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Enum hardcode trong code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69748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8072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~30 API routes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520440" y="32644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 · Import · Cron · PDF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269748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8072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 migrations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355080" y="32644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Đang phục vụ vận hành thật mỗi ngày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luận: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vận hành TỐT cho mô hình 1 lớp center phẳng — nhưng KHÔNG mở rộng được cho Hội sở, đa cơ sở, nhượng quyền và quy trình SR217.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2 · VẤN ĐỀ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vấn đề cấu trúc — 4 vấn đề chí mạng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1148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SataRobo · Plan Update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83210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108960"/>
                <a:gridCol w="374904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Vấn đề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Hệ quả thực tế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Mức độ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 là enum cứng — KHÔNG có khái niệm Hội sở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Không biểu diễn được 'Kế toán Hội sở' của SR217; thêm role = deploy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CHÍ MẠNG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 trận quyền hardcode trong 1 file code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Mọi module mới đều phải sửa god-file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Chặn dữ liệu chéo cơ sở bằng 'trí nhớ dev'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lần quên filter = CS1 thấy doanh số/hoa hồng CS2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CHÍ MẠNG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Side-effects gọi dính chùm trong action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Thêm 1 tính năng = mổ code cũ, rủi ro hỏng cái đang chạy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CHÍ MẠNG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Business logic lẫn trong UI actions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Logic tiền (hoa hồng) không unit-test được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P6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138 bảng không có ranh giới module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Thêm model khó, code đan chéo tự do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P7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 bảng audit copy nhau, 3 kiểu notification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Mỗi module mới lại copy thêm nợ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Vừa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P8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JWT chứa quyền — đổi quyền không hiệu lực ngay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Phải ép re-login; chặn role động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CHÍ MẠNG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VẤN ĐỀ #1 (P1)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có 'Hội sở' trong hệ thống — tổ chức chỉ là 1 cột centerId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1148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SataRobo · Plan Update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HIỆN TẠI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132588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325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192024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920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0" y="1783080"/>
            <a:ext cx="640080" cy="-2286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68880" y="1783080"/>
            <a:ext cx="640080" cy="3657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24028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centerId (1 cột phẳng, nullable)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2880360"/>
            <a:ext cx="3931920" cy="777240"/>
          </a:xfrm>
          <a:prstGeom prst="roundRect">
            <a:avLst>
              <a:gd name="adj" fmla="val 5882"/>
            </a:avLst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8803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Hội sở (HO) ở đâu?  ❌ KHÔNG TỒN TẠI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'Kế toán Hội sở' = không biểu diễn được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YÊU CẦU THỰC TẾ (SR.QD.217 đã ban hành)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146304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 toán HỘI SỞ phân bổ chi phí QC cho TẤT CẢ cơ sở (trước ngày 05 hằng tháng)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QC Marketing, Sale Admin làm việc ở cấp HO — không thuộc center nào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 staff kiêm nhiệm 1 hoặc NHIỀU trung tâm (CS1, CS2, CS3...)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Tương lai: nhượng quyền N trung tâm, hạch toán riêng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8092440" cy="64008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69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Bằng chứng đã 'đau':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chỉ đổi tên 2 role (MANAGER, SALES) đã tốn 1 migration + đoạn code vá JWT vẫn phải gánh đến hôm nay.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VẤN ĐỀ #2 (P3)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Chặn xem chéo cơ sở bằng 'trí nhớ dev' — rủi ro tiền bạc lớn nhất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1148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SataRobo · Plan Update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Mỗi câu truy vấn, dev PHẢI TỰ NHỚ thêm bộ lọc cơ sở (≈30 bảng có centerId):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840480" cy="868680"/>
          </a:xfrm>
          <a:prstGeom prst="roundRect">
            <a:avLst>
              <a:gd name="adj" fmla="val 5263"/>
            </a:avLst>
          </a:prstGeom>
          <a:solidFill>
            <a:srgbClr val="DCFCE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0020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Dev NHỚ:</a:t>
            </a:r>
            <a:endParaRPr lang="en-US" sz="1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db.order.findMany({ where: { centerId } })</a:t>
            </a:r>
            <a:endParaRPr lang="en-US" sz="1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CS1 chỉ thấy CS1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3840480" cy="868680"/>
          </a:xfrm>
          <a:prstGeom prst="roundRect">
            <a:avLst>
              <a:gd name="adj" fmla="val 5263"/>
            </a:avLst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60020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Dev QUÊN (1 lần là đủ):</a:t>
            </a:r>
            <a:endParaRPr lang="en-US" sz="1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db.order.findMany({})</a:t>
            </a:r>
            <a:endParaRPr lang="en-US" sz="1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QL CS1 thấy DOANH SỐ + HOA HỒNG CS2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có lớp nào ÉP BUỘC việc lọc — chỉ là quy ước. Không có test nào bắt lỗi này.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SR217 đưa HOA HỒNG 4 tầng + hạch toán riêng từng TT vào hệ thống → đúng loại dữ liệu gây tranh chấp nếu lộ chéo.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Số bảng có centerId sẽ tiếp tục tăng (Commission, CostAllocation, Messenger...) — rủi ro tăng theo.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8092440" cy="594360"/>
          </a:xfrm>
          <a:prstGeom prst="roundRect">
            <a:avLst>
              <a:gd name="adj" fmla="val 9231"/>
            </a:avLst>
          </a:prstGeom>
          <a:solidFill>
            <a:srgbClr val="FE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148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Nguyên tắc đúng: an toàn dữ liệu phải nằm trong KIẾN TRÚC, không nằm trong trí nhớ con người.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VẤN ĐỀ #3 (P4)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hành động kéo 5 hệ — thêm tính năng là phải 'mổ' code đang chạy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1148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SataRobo · Plan Update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confirmOrder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(xác nhận đơn)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1143000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Ghi danh lớp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2423160"/>
            <a:ext cx="1554480" cy="-105156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23360" y="1783080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Trừ kho sản phẩm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0" y="2423160"/>
            <a:ext cx="1554480" cy="-41148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023360" y="2423160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Voucher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68880" y="2423160"/>
            <a:ext cx="1554480" cy="22860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023360" y="3063240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3063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Gửi email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8880" y="2423160"/>
            <a:ext cx="1554480" cy="86868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23360" y="3703320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3703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Đẩy MISA / tracking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68880" y="2423160"/>
            <a:ext cx="1554480" cy="150876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514600" y="1371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gọi TRỰC TIẾP,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dính trong cùng 1 hàm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0" y="118872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Muốn thêm 'tính hoa hồng khi đơn xác nhận' (SR217)?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Phải MỞ hàm cũ 300+ dòng, chèn code vào giữa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Rủi ro hỏng 5 nhánh đang chạy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Test phải giả lập cả 5 hệ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Tương tự với: điểm danh (4 hệ), tạo lead (5 hệ)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809244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343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Càng nhiều tính năng mới (SLA, funnel, hoa hồng...) — code cũ càng phình, càng dễ vỡ.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VẤN ĐỀ #4 (P1+P2+P8)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Thêm 1 role mới = quy trình của DEV, không phải của ADMIN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1148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SataRobo · Plan Update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298448" cy="777240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1207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Yêu cầu role mới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(VD: 'Giáo vụ')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55648" y="1847088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01952" y="1463040"/>
            <a:ext cx="1298448" cy="777240"/>
          </a:xfrm>
          <a:prstGeom prst="roundRect">
            <a:avLst>
              <a:gd name="adj" fmla="val 5882"/>
            </a:avLst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47672" y="1463040"/>
            <a:ext cx="1207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sửa enum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trong schema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847088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46704" y="1463040"/>
            <a:ext cx="1298448" cy="777240"/>
          </a:xfrm>
          <a:prstGeom prst="roundRect">
            <a:avLst>
              <a:gd name="adj" fmla="val 5882"/>
            </a:avLst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2424" y="1463040"/>
            <a:ext cx="1207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Chạy migration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45152" y="1847088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91456" y="1463040"/>
            <a:ext cx="1298448" cy="777240"/>
          </a:xfrm>
          <a:prstGeom prst="roundRect">
            <a:avLst>
              <a:gd name="adj" fmla="val 5882"/>
            </a:avLst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7176" y="1463040"/>
            <a:ext cx="1207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Sửa file ma trận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quyền (140 action)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9904" y="1847088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36208" y="1463040"/>
            <a:ext cx="1298448" cy="777240"/>
          </a:xfrm>
          <a:prstGeom prst="roundRect">
            <a:avLst>
              <a:gd name="adj" fmla="val 5882"/>
            </a:avLst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1463040"/>
            <a:ext cx="1207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lại hệ thống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34656" y="1847088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680960" y="1463040"/>
            <a:ext cx="1298448" cy="777240"/>
          </a:xfrm>
          <a:prstGeom prst="roundRect">
            <a:avLst>
              <a:gd name="adj" fmla="val 5882"/>
            </a:avLst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463040"/>
            <a:ext cx="1207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Ép user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đăng nhập lại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2468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Tổng: VÀI NGÀY làm việc của dev + 1 lần deploy + gián đoạn người dùng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297180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Quyền nằm trong JWT token → admin đổi quyền xong, user CŨ vẫn giữ quyền CŨ đến khi đăng nhập lại.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Vận hành thực tế cần: thêm role 'QC Marketing', 'Giáo vụ', 'Trưởng vùng'... theo nhu cầu từng giai đoạn — không thể mỗi lần lại chờ dev.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người kiêm nhiều vai ở nhiều cơ sở (HO + dạy thay CS1) — mô hình hiện tại không biểu diễn được.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3 · ĐỘNG LỰC THAY ĐỔI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bộ yêu cầu mới — và vì sao hệ thống cũ không gánh được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1148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SataRobo · Plan Update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931920" cy="2743200"/>
          </a:xfrm>
          <a:prstGeom prst="roundRect">
            <a:avLst>
              <a:gd name="adj" fmla="val 2000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SR.QD.217 — Quy trình Tuyển sinh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(văn bản ĐÃ BAN HÀNH 01/06/2026)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Phễu LEADS_1 → 2 → 3 từ Messenger Ads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SLA: phản hồi 5' · bàn giao 4h · phân công 30' · liên hệ 3h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Hoa hồng 4 tầng tự động (tối đa 8%)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bổ chi phí QC: CPL / CPA / CP_TT — Kế toán HỘI SỞ chốt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Báo cáo tuần/tháng có deadline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3931920" cy="2743200"/>
          </a:xfrm>
          <a:prstGeom prst="roundRect">
            <a:avLst>
              <a:gd name="adj" fmla="val 2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258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lý Học viên &amp; LMS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(scope đã chốt — KHÔNG còn AI/blockchain)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92024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phụ huynh + site từng con, không lộ studentId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LMS offline: giáo trình có version, checklist GV, media tag + consent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chung satarobo.vn/login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Activation email — KHÔNG mật khẩu mặc định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Privacy-first dữ liệu trẻ em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8092440" cy="594360"/>
          </a:xfrm>
          <a:prstGeom prst="roundRect">
            <a:avLst>
              <a:gd name="adj" fmla="val 9231"/>
            </a:avLst>
          </a:prstGeom>
          <a:solidFill>
            <a:srgbClr val="FE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148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Cả 2 bộ yêu cầu đều cần: HỘI SỞ + role linh hoạt + cách ly dữ liệu cơ sở + thêm tính năng không đụng code cũ → đúng 4 vấn đề chí mạng vừa nêu.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4 · GIẢI PHÁP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trụ kiến trúc mới (Doc 15) — mỗi trụ giải đúng 1 nhóm vấn đề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1148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SataRobo · Plan Update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26974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269748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234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OrgUnit Tree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673352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→ HO / CS1 / CS2 độc lập.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P1: có Hội sở thật, mở CS mới = thêm data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55848" y="1234440"/>
            <a:ext cx="26974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1234440"/>
            <a:ext cx="269748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234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RBAC động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47288" y="1673352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+ quyền trong DB, admin tự cấp qua UI.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P2+P8: thêm role = vài phút, hiệu lực ngay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8776" y="1234440"/>
            <a:ext cx="26974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08776" y="1234440"/>
            <a:ext cx="2697480" cy="3840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6281928" y="1234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scopedDb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0216" y="1673352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Tự động ép bộ lọc cơ sở ở tầng truy vấn.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P3: quên cũng không lộ — có test CI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926080"/>
            <a:ext cx="26974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926080"/>
            <a:ext cx="2697480" cy="3840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" y="29260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Event Outbox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364992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Tiền đi transaction, hệ quả đi event.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P4: thêm consumer = 1 dòng đăng ký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55848" y="2926080"/>
            <a:ext cx="26974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55848" y="2926080"/>
            <a:ext cx="2697480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29260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Modular Monolith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47288" y="3364992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module có ranh giới + CI enforce.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P5+P6+P7: code không đan chéo tự do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08776" y="2926080"/>
            <a:ext cx="26974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08776" y="2926080"/>
            <a:ext cx="2697480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6281928" y="29260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Login chung + Portal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0216" y="3364992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cổng login tự điều hướng; site từng con.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yêu cầu UX + privacy trẻ em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Vẫn là 1 ứng dụng Next.js trên Vercel — KHÔNG microservice, KHÔNG đập đi xây lại. Nâng cấp dần, hệ thống chạy liên tục.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PHÁP 1 · TỔ CHỨC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OrgUnit Tree — Hội sở độc lập, sẵn sàng cho trung tâm thứ 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1148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SataRobo · Plan Update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1F293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188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— SataRobo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2194560" cy="731520"/>
          </a:xfrm>
          <a:prstGeom prst="roundRect">
            <a:avLst>
              <a:gd name="adj" fmla="val 6250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860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 — Hội sở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(độc lập, KHÔNG thuộc CS2)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286000"/>
            <a:ext cx="2194560" cy="731520"/>
          </a:xfrm>
          <a:prstGeom prst="roundRect">
            <a:avLst>
              <a:gd name="adj" fmla="val 625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2860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CS1 — CENTER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211 Nguyễn Hữu Thọ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286000"/>
            <a:ext cx="2194560" cy="731520"/>
          </a:xfrm>
          <a:prstGeom prst="roundRect">
            <a:avLst>
              <a:gd name="adj" fmla="val 625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2860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CS2 — CENTER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114 Hoàng Diệu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1691640"/>
            <a:ext cx="-2286000" cy="5943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1691640"/>
            <a:ext cx="0" cy="5943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937760" y="1691640"/>
            <a:ext cx="2286000" cy="5943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26480" y="32461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CS3, CS4... PARTNER / FRANCHISE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37307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tương lai — chỉ THÊM DATA, không sửa code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2918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 hiện NGỒI tại 114 Hoàng Diệu (trùng địa chỉ CS2) nhưng KHÔNG thuộc quản lý CS2 — địa chỉ ≠ quan hệ tổ chức.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 staff kiêm nhiệm được 1 hoặc nhiều trung tâm (bảng phân công riêng, có thời hạn, có % phân bổ lương).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Nhân sự (EmployeeOrgAssignment) tách khỏi quyền (UserOrgRole) — phân công KHÔNG tự sinh quyền.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PHÁP 2 · PHÂN QUYỀN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động — admin tự cấp quyền, 1 người nhiều vai, HO nhìn toàn hệ thống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1148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SataRobo · Plan Update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25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User: chị Lan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1188720"/>
            <a:ext cx="2834640" cy="548640"/>
          </a:xfrm>
          <a:prstGeom prst="roundRect">
            <a:avLst>
              <a:gd name="adj" fmla="val 833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HO_MARKETING @ HO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1188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marketing TẤT CẢ cơ sở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94560" y="1600200"/>
            <a:ext cx="640080" cy="-1371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4640" y="1874520"/>
            <a:ext cx="2834640" cy="548640"/>
          </a:xfrm>
          <a:prstGeom prst="roundRect">
            <a:avLst>
              <a:gd name="adj" fmla="val 8333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874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SALES_CSM @ CS1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18745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lead/chăm sóc CHỈ CS1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1600200"/>
            <a:ext cx="64008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834640" y="2560320"/>
            <a:ext cx="2834640" cy="548640"/>
          </a:xfrm>
          <a:prstGeom prst="roundRect">
            <a:avLst>
              <a:gd name="adj" fmla="val 8333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2560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@ CS2 (đến 31/08)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25603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lớp tại CS2, tự hết hạn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1600200"/>
            <a:ext cx="640080" cy="12344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8640" y="3383280"/>
            <a:ext cx="3931920" cy="1234440"/>
          </a:xfrm>
          <a:prstGeom prst="roundRect">
            <a:avLst>
              <a:gd name="adj" fmla="val 4444"/>
            </a:avLst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47472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tắc xung đột (đã chốt):
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Nhiều role → chỉ cần 1 role CHO PHÉP đúng phạm vi là được. Đơn giản, dễ test, dễ dự đoán.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383280"/>
            <a:ext cx="3931920" cy="1234440"/>
          </a:xfrm>
          <a:prstGeom prst="roundRect">
            <a:avLst>
              <a:gd name="adj" fmla="val 4444"/>
            </a:avLst>
          </a:prstGeom>
          <a:solidFill>
            <a:srgbClr val="EDE9FE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47472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 ≠ siêu quyền:
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HO chỉ rộng THEO CHỨC NĂNG của nó (kế toán HO thấy kế toán mọi TT — không thấy mảng khác). Chỉ SUPER_ADMIN quản role, mọi thay đổi có nhật ký + lý do.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PHÁP 3 · CÁCH LY DỮ LIỆU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scopedDb — mọi truy vấn ĐI QUA cổng kiểm soát, không có đường tắt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1148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SataRobo · Plan Update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1325880" cy="73152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1783080"/>
            <a:ext cx="11887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56232" y="1417320"/>
            <a:ext cx="1325880" cy="73152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01952" y="14173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Xác thực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(JWT)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82112" y="1783080"/>
            <a:ext cx="11887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00984" y="1417320"/>
            <a:ext cx="1325880" cy="73152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6704" y="14173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ActorResolver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(nạp vai trò + phạm vi)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83080"/>
            <a:ext cx="11887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45736" y="1417320"/>
            <a:ext cx="1325880" cy="73152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4173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can()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tra quyền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71616" y="1783080"/>
            <a:ext cx="11887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90488" y="1417320"/>
            <a:ext cx="1325880" cy="731520"/>
          </a:xfrm>
          <a:prstGeom prst="roundRect">
            <a:avLst>
              <a:gd name="adj" fmla="val 625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4173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scopedDb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TỰ ÉP lọc cơ sở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16368" y="1783080"/>
            <a:ext cx="11887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635240" y="1417320"/>
            <a:ext cx="1325880" cy="73152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141732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Database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24688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QL CS1 mở danh sách đơn hàng → hệ thống TỰ THÊM 'chỉ CS1' vào truy vấn — dev quên cũng không lộ.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HO → thấy tất cả cơ sở đúng theo chức năng. CS1 không bao giờ thấy CS2 (và ngược lại).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cụ kiểm tra code (ESLint) CHẶN viết truy vấn trần — vi phạm là build fail, không vào được production.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8092440" cy="640080"/>
          </a:xfrm>
          <a:prstGeom prst="roundRect">
            <a:avLst>
              <a:gd name="adj" fmla="val 8571"/>
            </a:avLst>
          </a:prstGeom>
          <a:solidFill>
            <a:srgbClr val="DCFCE7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0233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Chứng minh được: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bộ test tự động 'CS1 không xem được CS2' chạy trong CI mỗi lần sửa code — đây là điều kiện nghiệm thu (DoD) của giai đoạn A0.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PHÁP 4 · TÁCH RỜI HỆ QUẢ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Tiền đi TRANSACTION — hệ quả đi EVENT. Thêm tính năng = 1 dòng đăng ký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1148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SataRobo · Plan Update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SAU NÂNG CẤP — xác nhận đơn hàng: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017520" cy="2286000"/>
          </a:xfrm>
          <a:prstGeom prst="roundRect">
            <a:avLst>
              <a:gd name="adj" fmla="val 2400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81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TRANSACTION (tất cả hoặc không gì)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1783080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7830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Đơn → CONFIRMED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157984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579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Ghi danh lớp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2532888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53288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Trừ kho / voucher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2907792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90779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Nhật ký audit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3282696"/>
            <a:ext cx="26517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28269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Ghi sự kiện 'order.confirmed'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66160" y="2560320"/>
            <a:ext cx="64008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206240" y="2240280"/>
            <a:ext cx="1554480" cy="640080"/>
          </a:xfrm>
          <a:prstGeom prst="roundRect">
            <a:avLst>
              <a:gd name="adj" fmla="val 7143"/>
            </a:avLst>
          </a:prstGeom>
          <a:solidFill>
            <a:srgbClr val="1F293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240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Outbox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Dispatcher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1371600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3716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biên nhận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2560320"/>
            <a:ext cx="548640" cy="-94183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09360" y="1993392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9933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Thông báo Zalo/chuông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0" y="2560320"/>
            <a:ext cx="548640" cy="-3200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309360" y="2615184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DCFCE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261518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✚ HOA HỒNG (mới — 1 dòng!)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60720" y="2560320"/>
            <a:ext cx="548640" cy="30175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309360" y="3236976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323697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funnel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60720" y="2560320"/>
            <a:ext cx="548640" cy="92354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Mỗi hệ quả chạy độc lập, tự retry nếu lỗi — email hỏng không làm hỏng đơn hàng.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Thêm hệ quả mới (VD: thống kê hoa hồng SR217) = đăng ký 1 handler — KHÔNG đụng code xác nhận đơn.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PHÁP CHO SR217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Phễu tuyển sinh tự động: Messenger → L1 → L2 → L3 + hoa hồng + CPL/CPA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1148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SataRobo · Plan Update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1325880" cy="868680"/>
          </a:xfrm>
          <a:prstGeom prst="roundRect">
            <a:avLst>
              <a:gd name="adj" fmla="val 5263"/>
            </a:avLst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Ads Messenger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HO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37360" y="1755648"/>
            <a:ext cx="11887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56232" y="1325880"/>
            <a:ext cx="1325880" cy="868680"/>
          </a:xfrm>
          <a:prstGeom prst="roundRect">
            <a:avLst>
              <a:gd name="adj" fmla="val 52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01952" y="132588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Hội thoại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(webhook realtime)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82112" y="1755648"/>
            <a:ext cx="11887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00984" y="1325880"/>
            <a:ext cx="1325880" cy="868680"/>
          </a:xfrm>
          <a:prstGeom prst="roundRect">
            <a:avLst>
              <a:gd name="adj" fmla="val 52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6704" y="132588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 SĐT + note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(HO_SALE)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26864" y="1755648"/>
            <a:ext cx="11887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45736" y="1325880"/>
            <a:ext cx="1325880" cy="868680"/>
          </a:xfrm>
          <a:prstGeom prst="roundRect">
            <a:avLst>
              <a:gd name="adj" fmla="val 5263"/>
            </a:avLst>
          </a:prstGeom>
          <a:solidFill>
            <a:srgbClr val="FFEDD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32588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Bàn giao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CS1/CS2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(xác nhận ≤30')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71616" y="1755648"/>
            <a:ext cx="11887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90488" y="1325880"/>
            <a:ext cx="1325880" cy="868680"/>
          </a:xfrm>
          <a:prstGeom prst="roundRect">
            <a:avLst>
              <a:gd name="adj" fmla="val 5263"/>
            </a:avLst>
          </a:prstGeom>
          <a:solidFill>
            <a:srgbClr val="FFEDD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32588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 liên hệ ≤3h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Tư vấn · học thử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16368" y="1755648"/>
            <a:ext cx="11887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635240" y="1325880"/>
            <a:ext cx="1325880" cy="868680"/>
          </a:xfrm>
          <a:prstGeom prst="roundRect">
            <a:avLst>
              <a:gd name="adj" fmla="val 5263"/>
            </a:avLst>
          </a:prstGeom>
          <a:solidFill>
            <a:srgbClr val="DCFCE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132588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Đóng học phí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(transaction)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2377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tự cảnh báo: phản hồi 5' · bàn giao 4h · phân công 30' · liên hệ 3h · lead im 2 ngày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2834640"/>
            <a:ext cx="26974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9260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Hoa hồng 4 tầng TỰ ĐỘNG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" y="333756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QC 1% · Sale Admin 1% · Sale 4% · QL TT 2% (max 8%) — kỳ DRAFT → duyệt → trả lương; có nhật ký từng đơn để đối soát, hết tranh chấp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3355848" y="2834640"/>
            <a:ext cx="26974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29260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 phí QC: CPL / CPA / ROAS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447288" y="333756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Đồng bộ chi phí Ads từ Meta API; CPL = chi phí ÷ L2; phân bổ về từng TT; chốt trước ngày 05 — đúng văn bản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6208776" y="2834640"/>
            <a:ext cx="26974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0216" y="29260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realtime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00216" y="333756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Phễu L1→L2→L3 theo ngày/kênh/TT · doanh số theo Sale · xuất Excel đúng 3 biểu mẫu hiện hành</a:t>
            </a:r>
            <a:endParaRPr lang="en-US" sz="9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5 · LỘ TRÌNH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Roadmap: A0 đặt nền móng → R1..R5 giao giá trị từng đợt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1148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SataRobo · Plan Update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685800" cy="493776"/>
          </a:xfrm>
          <a:prstGeom prst="roundRect">
            <a:avLst>
              <a:gd name="adj" fmla="val 14815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685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188720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Nền móng kiến trúc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0" y="1188720"/>
            <a:ext cx="868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 tuần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1188720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OrgUnit · RBAC động · scopedDb · login chung · outbox · audit (8 PR)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773936"/>
            <a:ext cx="685800" cy="493776"/>
          </a:xfrm>
          <a:prstGeom prst="roundRect">
            <a:avLst>
              <a:gd name="adj" fmla="val 14815"/>
            </a:avLst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773936"/>
            <a:ext cx="685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1773936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CRM Messenger + Marketing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57600" y="1773936"/>
            <a:ext cx="868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~5 tuần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1773936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Inbox L1 · SLA · dashboard ROAS · phân bổ CP · hoa hồng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359152"/>
            <a:ext cx="685800" cy="493776"/>
          </a:xfrm>
          <a:prstGeom prst="roundRect">
            <a:avLst>
              <a:gd name="adj" fmla="val 14815"/>
            </a:avLst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359152"/>
            <a:ext cx="685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2359152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Học viên + Tài chính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0" y="2359152"/>
            <a:ext cx="868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~2.5 tuần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2359152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Chốt lead 1-transaction · kích hoạt PH · invoice/công nợ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944368"/>
            <a:ext cx="685800" cy="493776"/>
          </a:xfrm>
          <a:prstGeom prst="roundRect">
            <a:avLst>
              <a:gd name="adj" fmla="val 14815"/>
            </a:avLst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944368"/>
            <a:ext cx="685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2944368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LMS offline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657600" y="2944368"/>
            <a:ext cx="868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 tuần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2944368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Giáo trình version · checklist GV · media tag + consent · bài tập/quiz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529584"/>
            <a:ext cx="685800" cy="493776"/>
          </a:xfrm>
          <a:prstGeom prst="roundRect">
            <a:avLst>
              <a:gd name="adj" fmla="val 14815"/>
            </a:avLst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529584"/>
            <a:ext cx="685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3529584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phụ huynh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657600" y="3529584"/>
            <a:ext cx="868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 tuần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3529584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PH + site từng con · lịch học · nộp bài · yêu cầu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114800"/>
            <a:ext cx="685800" cy="493776"/>
          </a:xfrm>
          <a:prstGeom prst="roundRect">
            <a:avLst>
              <a:gd name="adj" fmla="val 14815"/>
            </a:avLst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114800"/>
            <a:ext cx="685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71600" y="4114800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nhân viên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657600" y="4114800"/>
            <a:ext cx="868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~1.5 tuần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4114800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30s + geofence (CHỈ nhân viên) · duyệt công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4590288"/>
            <a:ext cx="8092440" cy="384048"/>
          </a:xfrm>
          <a:prstGeom prst="roundRect">
            <a:avLst>
              <a:gd name="adj" fmla="val 11905"/>
            </a:avLst>
          </a:prstGeom>
          <a:solidFill>
            <a:srgbClr val="F3F4F6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459028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toàn: chỉ THÊM trước — XÓA sau khi ổn định 2-3 tuần · chạy song song so khớp · mỗi bước đều có công tắc rollback · hệ thống không dừng ngày nào.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CHỨNG MINH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Trước / Sau — những con số đo được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1148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SataRobo · Plan Update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108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Tiêu chí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HỆ THỐNG CŨ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SAU NÂNG CẤP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Thêm role mới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Vài ngày dev + deploy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Vài phút, admin tự làm qua UI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Đổi quyền có hiệu lực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Phải ép đăng nhập lại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Ngay lập tức (request kế tiếp)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Hội sở (HO)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Không biểu diễn được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OrgUnit độc lập, nhìn toàn hệ thống theo chức năng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Lộ dữ liệu chéo cơ sở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Phụ thuộc trí nhớ dev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Khóa bằng kiến trúc + test CI tự động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Thêm tính năng vào nghiệp vụ cũ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Mổ code đang chạy (rủi ro)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dòng đăng ký handler — không đụng code cũ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Hoa hồng SR217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Tính tay Excel (dễ tranh chấp)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Engine tự động + nhật ký từng đơn + quy trình duyệt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Tin nhắn Messenger (L1)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Ngoài hệ thống (file Excel)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Realtime + SLA 5 phút + đo ROAS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Mở trung tâm mới (CS3...)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Sửa code nhiều chỗ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Thêm 1 dòng dữ liệu — 0 dòng code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 KẾT &amp; BƯỚC TIẾP THEO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Nghiệm thu bằng tiêu chí đo được — không nghiệm thu bằng lời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1148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SataRobo · Plan Update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Điều kiện hoàn thành giai đoạn A0 (DoD) — demo trực tiếp: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Tạo role mới qua UI, dùng được ngay — 0 deploy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 toán HO thấy toàn hệ thống; kế toán CS1 chỉ thấy CS1 (test tự động)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Cố tình viết truy vấn thiếu lọc → vẫn bị chặn (test chứng minh)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Thêm 1 hệ quả nghiệp vụ = 1 dòng, không sửa code cũ (demo)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Đổi quyền → hiệu lực ngay, không cần đăng nhập lại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chung điều hướng đúng staff/phụ huynh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760720" y="1463040"/>
            <a:ext cx="2880360" cy="2377440"/>
          </a:xfrm>
          <a:prstGeom prst="roundRect">
            <a:avLst>
              <a:gd name="adj" fmla="val 2308"/>
            </a:avLst>
          </a:prstGeom>
          <a:solidFill>
            <a:srgbClr val="FFEDD5"/>
          </a:solidFill>
          <a:ln w="15875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CẦN HỖ TRỢ TỪ VẬN HÀNH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97880" y="1874520"/>
            <a:ext cx="2651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Cấp quyền Page Facebook + bắt đầu Meta App Review (chặn R1)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Gửi 3 file Excel hoa hồng/QC hiện hành (chặn R1)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Xác nhận các điểm NC-1..6 khi được hỏi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6052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BẮT ĐẦU NGAY: PR-A0-01 — OrgUnit (ROOT / HO / CS1 / CS2)   ·   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Mọi điều kiện đã chốt đủ. Tài liệu: Doc 15 v2.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 hoach nang cap he thong SataRobo</dc:title>
  <dc:subject>PptxGenJS Presentation</dc:subject>
  <dc:creator>SataRobo Tech</dc:creator>
  <cp:lastModifiedBy>SataRobo Tech</cp:lastModifiedBy>
  <cp:revision>1</cp:revision>
  <dcterms:created xsi:type="dcterms:W3CDTF">2026-06-07T06:48:13Z</dcterms:created>
  <dcterms:modified xsi:type="dcterms:W3CDTF">2026-06-07T06:48:13Z</dcterms:modified>
</cp:coreProperties>
</file>